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guide walks through the complete monthly routine: starting the program, generating i-STAT reports, generating ABL reports, and what to do when something looks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2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4206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" name="Image 0" descr="q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5728" y="658368"/>
            <a:ext cx="2157984" cy="274320"/>
          </a:xfrm>
          <a:prstGeom prst="rect">
            <a:avLst/>
          </a:prstGeom>
        </p:spPr>
      </p:pic>
      <p:pic>
        <p:nvPicPr>
          <p:cNvPr id="4" name="Image 1" descr="wor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87552"/>
            <a:ext cx="3566160" cy="417881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562088" y="1298448"/>
            <a:ext cx="4123944" cy="2944368"/>
          </a:xfrm>
          <a:prstGeom prst="roundRect">
            <a:avLst>
              <a:gd name="adj" fmla="val 248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  <a:effectLst>
            <a:outerShdw sx="100000" sy="100000" kx="0" ky="0" algn="bl" rotWithShape="0" blurRad="177800" dist="50800" dir="5400000">
              <a:srgbClr val="012632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6" name="Image 2" descr="por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3977640" cy="2798064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562088" y="4279392"/>
            <a:ext cx="4123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drive, one click, every hospital and ward reported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237744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Report Generator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324612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does, what it produces — an overview for managers</a:t>
            </a:r>
            <a:endParaRPr lang="en-US" sz="19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897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Queensland · Point of Care Testing · September 2026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629107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Conceived, designed and built by Craig MacKenzie · Chemistry Department, Townsville Group Laboratory · Pathology Queensland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A full run in one minute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VIDEO</a:t>
            </a:r>
          </a:p>
        </p:txBody>
      </p:sp>
      <p:pic>
        <p:nvPicPr>
          <p:cNvPr id="20" name="run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143000"/>
            <a:ext cx="7607808" cy="4754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412480" y="1143000"/>
            <a:ext cx="3200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Click the picture to play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 real August 2026 run recorded end to end: launch, unlock the encrypted history, drop the export, load the hospitals, generate, results.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Generation for 159 hospitals takes about ten minutes; the video shows it at 30× speed, everything else at real speed.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Every staff name in the demo is synthetic. Hospitals, wards and analyser serials are real.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0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What one run produces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hospitals in one export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16352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99232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474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9232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Word documents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84064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66944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66944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HHS folders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51775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34655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34655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dormant analysers listed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19488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02367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02367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network connections, ever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260604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Filed by Hospital and Health Service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CA\   40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ChildQLD\   17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Mackay\   17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NoWe\   19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ToCa\   22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WiBa\   38 documents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888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CQLD\   31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DaDo\   45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MeNo\   63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SoWe\   16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Townsv\   33 documents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CWest\   17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GoCo\   25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MeSo\   39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SuCo\   25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WeMo\   26 documents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074920"/>
            <a:ext cx="5669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Dormant_iSTATs_August2026.docx sits at the top level of the month folder — every analyser left out and why.</a:t>
            </a:r>
          </a:p>
        </p:txBody>
      </p:sp>
      <p:pic>
        <p:nvPicPr>
          <p:cNvPr id="39" name="Picture 38" descr="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606040"/>
            <a:ext cx="5120640" cy="32004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492240" y="585215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The results card at the end of a run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The ward report — one analyser, one ward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ward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1: snapshot and 12-month trend</a:t>
            </a:r>
          </a:p>
        </p:txBody>
      </p:sp>
      <p:pic>
        <p:nvPicPr>
          <p:cNvPr id="22" name="Picture 21" descr="ward_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2: cartridges, error mix, staff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What the ward manager gets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 monthly snapshot: error rate, simulator and ceramic checks, top error, staff flagged this month, recurring alerts.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Two 12-month charts per analyser: the error-rate trend against the performance bands, and cartridges run with the error mix.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Every cartridge error with the staff member, the code and its likely cause, then a follow-up list of staff with three or more errors.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Twenty-four large hospitals get one of these per ward; smaller sites get one report covering all their analysers.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Summaries for site leads and area managers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site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Site Overview — every ward of a large site on one page</a:t>
            </a:r>
          </a:p>
        </p:txBody>
      </p:sp>
      <p:pic>
        <p:nvPicPr>
          <p:cNvPr id="22" name="Picture 21" descr="area_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Area Summary — every hospital in the HHS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The whole picture on one page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Site Overview: each ward’s analyser with cartridges, errors, error %, performance band, simulator runs and a ceramic pass or fail, plus a site total.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Area Summary: the same figures per hospital across the HHS, an area total, and a table of every analyser that missed simulators or ceramics.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Both are produced automatically with every run, in the same folder as the reports.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Dormant analysers — found, left out, listed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dormant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The dormant-analyser list for August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1188720"/>
            <a:ext cx="7132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The four-month rule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An analyser with no cartridges, no simulator runs and no ceramic cleaning for four consecutive months is dormant: it gets no report and no longer counts against its site’s checks.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One or two quiet months change nothing. The reports exist to catch wards skipping simulators, so nothing is removed early.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Any use brings the unit straight back the next month.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Every run writes the list: hospital, location, serial, months idle and last activity. In August 2026, 163 units — mostly old models sitting beside their replacements — a ready-made retirement list.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How it protects the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280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Runs from an encrypted USB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1847088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Its own Python runtime, no installation, no admin rights, no changes to the PC. BitLocker To Go encrypts the whole drive.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1280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Offline by enforcement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847088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All three servers bind to the local machine only, and a runtime guard blocks and logs any attempt to reach the network. Zero outbound connections, ever.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566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D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70332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B4540A"/>
                </a:solidFill>
              </a:rPr>
              <a:t>Named staff data encrypted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133087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The rolling staff and device history is AES-encrypted with a password that is never stored. Reports cannot be generated until it is unlocked.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566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70332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Controlled roll-out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33087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It runs only on PCs approved by the PoC lead, reviewed on the 12-month QIS cycle, with an audit trail of every launch and every report generated.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8064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Full detail for IT: SECURITY_README.md on the drive and the Security Briefing deck.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Getting the reports for your site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28016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1.  Ask the PoC team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184708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Reports are generated centrally each month from the middleware exports and distributed by HHS folder.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128016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2.  Tell us your wards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84708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Large sites get one report per ward. If a ward name or split is wrong, it is a one-line change.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52044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65760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3.  Check the dormant list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8736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Units on it are candidates for retirement, or should be back in service and maintained.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52044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65760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4.  Read the summaries first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08736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Site Overview for a site lead, Area Summary for an area manager, then the ward reports that need action.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8064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Support: Pathology Queensland Point of Care team · Chemistry Department, Townsville Group Laboratory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2026-09-04T01:56:42Z</dcterms:created>
  <dcterms:modified xsi:type="dcterms:W3CDTF">2026-09-04T01:56:42Z</dcterms:modified>
</cp:coreProperties>
</file>