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covers the security design of the combined portable reporting tool: what data it holds and the five defensive layers — all of which, including whole-drive BitLocker encryption, are now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tool: it is a local utility, not a hosted system. One launcher, a selection page, and the two report engines. Everything binds to loopback so other machines cannot reach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inventory. The i-STAT history is encrypted twice over — application AES inside BitLocker. Everything else on the drive is protected by BitLocker To Go, so no file is readable if the drive is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layered model in one view — all five layers are live, including the outer BitLocker layer enabled in September 2026. Each of the next slides expands one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offline is enforced at runtime, not just claimed. Give the team the three-step self-test — it is the fastest way to build trust with local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password is chosen by the PoC team, not by IT, and is never written to disk. Stress the recovery trade-off: strong protection means a forgotten password cannot be bypassed — which is why retaining the monthly exports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BitLocker To Go is now active on the drive: the residual risk from the left column is closed. The only follow-up is confirming the unlock prompt appears when the drive is next inserted on another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everyday protections inside the apps themselves. Worth noting fail-closed loading: if a middleware export changes format, the tool says so explicitly rather than producing quietly wrong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closes the loop: generation events tie to Windows usernames, and unlock attempts — successful or failed — are recorded. Logs are deliberately plaintext so any reviewer can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says "aligns with", not "complies/certified" — that honesty is what security reviewers respond to. The README on the drive carries this table with the technical detail behind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actions: BitLocker is done — just confirm the unlock prompt on next insertion. The remaining items are organisational: password custody, export retention, and sharing the README. Being open about the limits builds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1485C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5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55280" y="11887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2" descr="moti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2834640" cy="2560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13816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 · two report engines · zero exposure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4688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briefing for the implementation team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0167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  <a:p>
            <a:pPr/>
            <a:r>
              <a:rPr sz="1100">
                <a:solidFill>
                  <a:srgbClr val="6CCAD4"/>
                </a:solidFill>
                <a:latin typeface="Calibri"/>
              </a:rPr>
              <a:t>Amendments and oversight by Damian Juskiw · Supervising Scientist, Chemical Pathology, Townsville</a:t>
            </a:r>
          </a:p>
        </p:txBody>
      </p:sp>
      <p:sp>
        <p:nvSpPr>
          <p:cNvPr id="13" name="Shape 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generators (i-STAT and ABL) in one self-contained USB bundle with its own Python runtime.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PCs licensed by the PoC lead — no installation, no admin rights, no system changes.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data processing: spreadsheets in, Word reports out. No AI, no cloud.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starts a selection page; closing the console window stops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28016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0148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   </a:t>
            </a:r>
            <a:pPr algn="ctr" indent="0" marL="0">
              <a:buNone/>
            </a:pPr>
            <a:r>
              <a:rPr lang="en-US" sz="15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24128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8972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886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servers bind to 127.0.0.1 only — nothing is reachable from the network.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120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80360" y="51206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80360" y="5120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51206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5120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/ NO CLOUD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51206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0920" y="5120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FROM THE USB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66960" y="5120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5120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ONLY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lives on the drive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staff, device error &amp; device activity history (24-36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iSTAT_App\*_history.json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148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middleware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reports\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Word reports, site &amp; area overviews, dormant-analyser list (overviews and list are device-level: no staff names)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Reports\iSTAT\ and Reports\ABL\ by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 operator &amp; analyser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ABL_App\abl_*history.json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/ network logs in each app folder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F7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 inside the encrypted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0" y="13716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12680" y="1645920"/>
            <a:ext cx="777240" cy="777240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6" name="Image 0" descr="icon_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476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25603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3017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of QH staff — handled per QGEA classification. It never leaves the drive or the PC it is plugged into.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staff error rates are the crown jewels here: every layer that follows exists to keep this table protected.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1" name="Shape 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2" name="Shape 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3" name="Shape 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5" name="Shape 1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of defence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" y="1307592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usb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984" y="1478768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whole-drive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6276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encrypts everything on the stick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195560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5560" y="1481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216712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2" name="Image 1" descr="icon_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84" y="2338304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1396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history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AES-encrypted history; password never stored, no recovery by design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195560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19556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2889504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9808" y="3026664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9" name="Image 2" descr="icon_ba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984" y="3197840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 + runtime guard that blocks and logs any outbound attempt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10195560" y="32004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195560" y="32004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3886200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26" name="Image 3" descr="icon_user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84" y="4057376"/>
            <a:ext cx="316017" cy="31601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3858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60020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checks, path confinement, uploads wiped, fail-closed parsing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10195560" y="40599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195560" y="405993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4608576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49808" y="4745736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4916912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47183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0657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logs: who generated what, every unlock attempt, guard activity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49194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195560" y="49194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9" name="Shape 3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0" name="Shape 3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1" name="Shape 3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2" name="Shape 3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5468111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749808" y="5605271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  <p:txBody>
          <a:bodyPr/>
          <a:p/>
        </p:txBody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5776447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577839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925311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licence per PC — motherboard-bound, 12-month QIS term, version-gated, signed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5779007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10195560" y="577900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by design — and by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endpoints.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telemetry, no update checks anywhere in the code.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binding.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web servers listen on 127.0.0.1 — invisible to the network.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network guard.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at process start; permits loopback sockets only, and blocks-and-logs anything else. An enforced control, not a promise.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1B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outbound connections in the life of the tool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040880" y="1371600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012B38"/>
          </a:solidFill>
          <a:ln/>
        </p:spPr>
      </p:sp>
      <p:sp>
        <p:nvSpPr>
          <p:cNvPr id="8" name="Shape 6"/>
          <p:cNvSpPr/>
          <p:nvPr/>
        </p:nvSpPr>
        <p:spPr>
          <a:xfrm>
            <a:off x="7306056" y="16459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icon_search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4364" y="18242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yourselves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606040"/>
            <a:ext cx="4069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the network cable / disable Wi-Fi.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 end-to-end — identical behaviour.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network audit log: only the guard-activation line. Any outbound attempt would appear as a BLOCKED entry.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1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encryption — how the password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launch: choose a password; all history files are encrypted in place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each launch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refuses to generate reports until the password is entered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at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password the files are unreadable on any machine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(Fernet) with HMAC-SHA256 integrity — tampering is detected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PBKDF2-SHA256, 600,000 rounds, random 16-byte salt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Only the salt and a verifier live on disk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"cryptography" package — no home-made crypto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forgotten password means resetting the history. It can be rebuilt from retained monthly exports — keep them.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the outer shell (enabled)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4F6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BitLocker</a:t>
            </a:r>
            <a:endParaRPr lang="en-US" sz="1800" dirty="0"/>
          </a:p>
        </p:txBody>
      </p:sp>
      <p:pic>
        <p:nvPicPr>
          <p:cNvPr id="5" name="Image 0" descr="icon_chec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5856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files: encrypted (password)</a:t>
            </a:r>
            <a:endParaRPr lang="en-US" sz="1350" dirty="0"/>
          </a:p>
        </p:txBody>
      </p:sp>
      <p:pic>
        <p:nvPicPr>
          <p:cNvPr id="7" name="Image 1" descr="icon_war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exports: readable if the drive was lost</a:t>
            </a:r>
            <a:endParaRPr lang="en-US" sz="1350" dirty="0"/>
          </a:p>
        </p:txBody>
      </p:sp>
      <p:pic>
        <p:nvPicPr>
          <p:cNvPr id="9" name="Image 2" descr="icon_war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850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reports: readable if the drive was lost</a:t>
            </a:r>
            <a:endParaRPr lang="en-US" sz="1350" dirty="0"/>
          </a:p>
        </p:txBody>
      </p:sp>
      <p:pic>
        <p:nvPicPr>
          <p:cNvPr id="11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history: readable if the drive was lost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630936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1485C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BitLocker To Go — NOW ACTIVE</a:t>
            </a:r>
            <a:endParaRPr lang="en-US" sz="1800" dirty="0"/>
          </a:p>
        </p:txBody>
      </p:sp>
      <p:pic>
        <p:nvPicPr>
          <p:cNvPr id="15" name="Image 4" descr="icon_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25856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408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drive is ciphertext without the unlock password</a:t>
            </a:r>
            <a:endParaRPr lang="en-US" sz="1350" dirty="0"/>
          </a:p>
        </p:txBody>
      </p:sp>
      <p:pic>
        <p:nvPicPr>
          <p:cNvPr id="17" name="Image 5" descr="icon_check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4088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current AND future file automatically</a:t>
            </a:r>
            <a:endParaRPr lang="en-US" sz="1350" dirty="0"/>
          </a:p>
        </p:txBody>
      </p:sp>
      <p:pic>
        <p:nvPicPr>
          <p:cNvPr id="19" name="Image 6" descr="icon_check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685032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04088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 to daily use after unlock at insertion</a:t>
            </a:r>
            <a:endParaRPr lang="en-US" sz="1350" dirty="0"/>
          </a:p>
        </p:txBody>
      </p:sp>
      <p:pic>
        <p:nvPicPr>
          <p:cNvPr id="21" name="Image 7" descr="icon_check_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398264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04088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recognisable QH control (AES)</a:t>
            </a:r>
            <a:endParaRPr lang="en-US" sz="1350" dirty="0"/>
          </a:p>
        </p:txBody>
      </p:sp>
      <p:sp>
        <p:nvSpPr>
          <p:cNvPr id="23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enabled from a QH machine, September 2026. A lost drive now exposes nothing readable — verify the unlock prompt appears on next insertion.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5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6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8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9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 — central licensing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centrally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PoC lead’s offline keygen can sign a licence; the drive carries just the public key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motherboard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hash of system UUID, board serial, drive serial and hostname — a copied drive stays locked elsewhere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QIS term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licence names the newest bundle it covers; a review means a new version and re-issued licences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file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JSON (Ed25519): site, machine IDs, seat cap, expiry, max version — edits are refused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custody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 kept off the drive (PQ_Licensing); loss means re-issuing, never a bypass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and both engines lock unless a licence covers this PC and version, in term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launch, install and refusal with PC, user, network state; central ledger of copies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  <p:txBody>
          <a:bodyPr/>
          <a:p/>
        </p:txBody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DRM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lives on the drive: a BitLocker holder who edits the Python could remove it. It is an administrative control with evidence and a central register, not copy protection.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hardening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5" name="Image 0" descr="icon_usershield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784543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(CSRF) checks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page in the same browser cannot drive the app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15968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0" name="Image 1" descr="icon_lo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199" y="1784543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67528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confinement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folder" resolves and restricts paths to the reports root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83296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5" name="Image 2" descr="icon_ba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527" y="1784543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leave no trace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export is a random temp file, deleted even on errors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2960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0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" y="393338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loading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layouts are refused — never silent zeros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315968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90288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5" name="Image 4" descr="icon_netwo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99" y="393338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67528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90288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 exposure; ports exist only on this machine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083296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357616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30" name="Image 5" descr="icon_clipboar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527" y="393338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 sweep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57616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history backups were encrypted at setup too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2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2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2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136" y="1926824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audit.log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generation: timestamp, Windows username, period, scope — plus every history unlock attempt, including failures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9" name="Shape 6"/>
          <p:cNvSpPr/>
          <p:nvPr/>
        </p:nvSpPr>
        <p:spPr>
          <a:xfrm>
            <a:off x="4645152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0" name="Image 1" descr="icon_clipboar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328" y="1926824"/>
            <a:ext cx="316017" cy="31601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515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audit logs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guard’s record: activation lines under normal use; any outbound attempt would appear as BLOCKED with the destination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14" name="Shape 10"/>
          <p:cNvSpPr/>
          <p:nvPr/>
        </p:nvSpPr>
        <p:spPr>
          <a:xfrm>
            <a:off x="8467344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5" name="Image 2" descr="icon_clipboar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20" y="1926824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Human-readable, on-device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on the drive — reviewable by any auditor without tooling, tied to OS usernames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password attempts are recorded — repeated failures on a found drive leave evidence.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QH &amp; QGEA expectations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/ obligation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tool aligns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Privacy Act 2009 (Qld) — IPP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data never leaves the device; encrypted at rest; no disclosure path (no network)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IS18:2018 Information Security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Confidentiality via encryption + offline posture; integrity via authenticated encryption; availability via rebuildable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information security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handled as SENSITIVE; controls chosen to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ACSC guidance — portable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at rest in force: application-layer AES plus whole-drive AES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 SOE endpoint controls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install, no admin rights, no firewall exceptions, no system changes — SOE controls are untouched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the tool aligns with these obligations — formal assessment or accreditation remains a QH decision. Full detail: SECURITY_README.md on the drive.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6" name="Shape 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7" name="Shape 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8" name="Shape 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9" name="Shape 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0" name="Shape 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enabled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Sept 2026; verify the unlock prompt on next insertion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231136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2231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18541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password custody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in the PoC team holds the history password; no recovery exists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044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92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monthly exports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rebuild path if the history is ever reset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1304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README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 answers IT’s questions in their language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stated openly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1945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managed tool, not a centrally patched system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BitLocker passwords are shared team secrets (one history password per engine); the licence key is the PoC lead’s alone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are plaintext inside the encrypted drive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SOE devices block USB executables entirely (AppLocker)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enforcement is code on the drive — evidence, not DRM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19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1700784" cy="5577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20040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3" name="Shape 2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4" name="Shape 2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5" name="Shape 2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672584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6268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the approved PCs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12-month licence per PC with the keygen; re-issue at each QIS review with the new version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2026-09-04T01:44:39Z</dcterms:created>
  <dcterms:modified xsi:type="dcterms:W3CDTF">2026-09-04T01:44:39Z</dcterms:modified>
</cp:coreProperties>
</file>