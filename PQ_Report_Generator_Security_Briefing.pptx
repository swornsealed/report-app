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licensed by the PoC lead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operator &amp; analyser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ABL_App\abl_*history.json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licence per PC — motherboard-bound, 12-month QIS term, version-gated, signed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central licensing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centrally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PoC lead’s offline keygen can sign a licence; the drive carries just the public key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QIS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licence names the newest bundle it covers; a review means a new version and re-issued licences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file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JSON (Ed25519): site, machine IDs, seat cap, expiry, max version — edits are refused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kept off the drive (PQ_Licensing); loss means re-issuing, never a bypass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a licence covers this PC and version, in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install and refusal with PC, user, network state; central ledger of copies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 and a central register,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BitLocker passwords are shared team secrets (one history password per engine); the licence key is the PoC lead’s alone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enforcement is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12-month licence per PC with the keygen; re-issue at each QIS review with the new version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