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hospital and ward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reports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0167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  <a:p>
            <a:pPr/>
            <a:r>
              <a:rPr sz="1100">
                <a:solidFill>
                  <a:srgbClr val="6CCAD4"/>
                </a:solidFill>
                <a:latin typeface="Calibri"/>
              </a:rPr>
              <a:t>Amendments and oversight by Damian Juskiw · Supervising Scientist, Chemical Pathology, Townsville</a:t>
            </a:r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 full run in one minute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VIDEO</a:t>
            </a:r>
          </a:p>
        </p:txBody>
      </p:sp>
      <p:pic>
        <p:nvPicPr>
          <p:cNvPr id="20" name="ru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43000"/>
            <a:ext cx="7607808" cy="4754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1143000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Click the picture to play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real August 2026 run recorded end to end: launch, unlock the encrypted history, drop the export, load the hospitals, generate, results.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Generation for 159 hospitals takes about ten minutes; the video shows it at 36× speed, everything else at real speed.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Every staff name in the demo is synthetic. Hospitals, wards and analyser serials are real.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490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HHS folders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 analysers listed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 and Health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CA\   41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ChildQLD\   18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Mackay\   18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NoWe\   20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ToCa\   23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WiBa\   39 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CQLD\   32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DaDo\   46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MeNo\   64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SoWe\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Townsv\   34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CWest\   18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GoCo\   26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MeSo\   40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SuCo\   26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WeMo\   27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Dormant_iSTATs_August2026.docx sits at the top level of the month folder — every analyser left out and why.</a:t>
            </a:r>
          </a:p>
        </p:txBody>
      </p:sp>
      <p:pic>
        <p:nvPicPr>
          <p:cNvPr id="39" name="Picture 38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606040"/>
            <a:ext cx="5120640" cy="3200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92240" y="58521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results card at the end of a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1–2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snapshot and first trend</a:t>
            </a:r>
          </a:p>
        </p:txBody>
      </p:sp>
      <p:pic>
        <p:nvPicPr>
          <p:cNvPr id="22" name="Picture 21" descr="cth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error mix, second trend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1 — the month at a glance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Monthly Snapshot: overall error rate with its performance band (3.6%, Champions); simulator runs per analyser; ceramic cleaning per analyser (here one of two failed); the top error code, flagged when it repeats from the previous month; staff flagged this month (four with 3+ errors); recurring staff alerts.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Rate Trend for the first analyser: twelve months against the colour bands, so a drift is visible before it becomes a problem.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Cartridges Run &amp; Error Mix for the same analyser: workload on top, each month’s errors as a percentage split by category (handling, overfilled, underfilled, sample volume and so on), then the trend chart for the second analyser.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3–4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performance and QC checks</a:t>
            </a:r>
          </a:p>
        </p:txBody>
      </p:sp>
      <p:pic>
        <p:nvPicPr>
          <p:cNvPr id="22" name="Picture 21" descr="cth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staff follow-up, every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3 — performance and QC compliance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mix for the second analyser, then the Performance Summary: cartridges, errors and error rate per analyser with its band, and the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Simulators run per analyser, and the Monthly Ceramic Cleaning check per analyser — FAIL if any analyser is below the three cartridges required.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4 — Staff Requiring Follow-up: this month’s staff with three or more errors, with their error count and personal error rate; a Recurring section appears when someone is flagged in consecutive months.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cartridge errors recorded this month: every event by location and staff member, the code and its likely cause, flagged staff in red — the evidence behind the follow-up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5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534103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55341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causes and the 12-month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2783" y="1188720"/>
            <a:ext cx="521009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5 — understanding the errors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month’s error codes with their likely cause and count, the top code flagged when it is a repeat.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Top Error Code Analysis: the device message and a plain-English explanation of each leading code — what the operator saw and what to do about it. Here CODE 95 (operator cancelled before mandatory data was entered) leads for the second time.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Trend: the top error type each month for the last twelve, repeats flagged — the difference between a bad month and a habit.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error section ends here; the last page turns to supplies.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6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6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949438" cy="2942915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4131635"/>
            <a:ext cx="69494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6: cartridge usage and an ordering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18" y="1188720"/>
            <a:ext cx="3794761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6 — cartridges used, and how many to order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Cartridge Usage: every cartridge type the site used this month (patient tests and total used), the average and peak month over the last twelve, and a suggested weekly and fortnightly order in whole Abbott boxes (the average plus 15%, rounded up to the next box of 25) — regional sites rarely have room for a month of stock, so the guide is sized to how they actually order.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Failed cartridges are listed separately: they are consumed too, but the export does not record their type.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Changes show up here first — at Charters Towers cTnI has dropped to zero while hs-TnI rises, so the cTnI order can fall.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link to the online training resources closes every report.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Summaries for site leads and area managers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i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Site Overview — every ward of a large site on one page</a:t>
            </a:r>
          </a:p>
        </p:txBody>
      </p:sp>
      <p:pic>
        <p:nvPicPr>
          <p:cNvPr id="22" name="Picture 21" descr="area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Area Summary — every hospital in the HHS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picture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Overview: each ward’s analyser with cartridges, errors, error %, performance band, simulator runs and a ceramic pass or fail, plus a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Summary: the same figures per hospital across the HHS, an area total, a table of every analyser that missed simulators or ceramics, and the area’s cartridge usage by type with the same weekly and fortnightly ordering guide.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Both are produced automatically with every run, in the same folder as the reports.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Cartridge Stock for the HHS stores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tock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Cartridge Stock — Townsville HHS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201" y="1188720"/>
            <a:ext cx="731467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Stock flow for the sites the stores supply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Cartridge Stock report per HHS, written beside the Area Summary every run, built for the stores section that sends cartridges out to the surrounding sites.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totals by cartridge type first, then four site-by-type tables: used this month, the monthly average (with the months on record), and the suggested weekly and fortnightly dispatch to each site in whole Abbott boxes.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Regional sites generally cannot hold a month of stock, so the dispatch columns are sized to the fortnightly or weekly orders they actually place: the monthly average spread over the period plus 15%, rounded up to whole boxes of 25.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Figures come straight from the middleware export and the months on record, so the stores see demand shifting — a site moving from cTnI to hs-TnI, a ward going quiet — before the order forms 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Dormant analysers — found, left out,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dorman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dormant-analyser list for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188720"/>
            <a:ext cx="7132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four-month rule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 analyser with no cartridges, no simulator runs and no ceramic cleaning for four consecutive months is dormant: it gets no report and no longer counts against its site’s checks.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or two quiet months change nothing. The reports exist to catch wards skipping simulators, so nothing is removed early.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Any use brings the unit straight back the next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run writes the list: hospital, location, serial, months idle and last activity. In August 2026, 163 units — mostly old models sitting beside their replacements — a ready-made retirement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staff and device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middleware exports and distributed by HHS folder.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wards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Large sites get one report per ward. If a ward name or split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Check the dormant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Units on it are candidates for retirement, or should be back in service and maintained.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Read the summaries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 for a site lead, Area Summary for an area manager, then the ward reports that need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9612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