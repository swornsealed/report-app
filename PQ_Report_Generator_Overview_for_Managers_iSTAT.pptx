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hospital and ward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reports —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 full run in one minute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VIDEO</a:t>
            </a:r>
          </a:p>
        </p:txBody>
      </p:sp>
      <p:pic>
        <p:nvPicPr>
          <p:cNvPr id="20" name="ru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43000"/>
            <a:ext cx="7607808" cy="4754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0" y="1143000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Click the picture to play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real August 2026 run recorded end to end: launch, unlock the encrypted history, drop the export, load the hospitals, generate, results.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Generation for 159 hospitals takes about ten minutes; the video shows it at 30× speed, everything else at real speed.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Every staff name in the demo is synthetic. Hospitals, wards and analyser serials are real.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474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HHS folders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 analysers listed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 and Health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CA\   40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ChildQLD\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Mackay\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NoWe\   19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ToCa\   22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WiBa\   38 documents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CQLD\   31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DaDo\   45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MeNo\   63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SoWe\   16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Townsv\   33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CWest\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GoCo\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MeSo\   39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SuCo\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WeMo\   26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Dormant_iSTATs_August2026.docx sits at the top level of the month folder — every analyser left out and why.</a:t>
            </a:r>
          </a:p>
        </p:txBody>
      </p:sp>
      <p:pic>
        <p:nvPicPr>
          <p:cNvPr id="39" name="Picture 38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606040"/>
            <a:ext cx="5120640" cy="32004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492240" y="585215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results card at the end of a 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1–2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snapshot and first trend</a:t>
            </a:r>
          </a:p>
        </p:txBody>
      </p:sp>
      <p:pic>
        <p:nvPicPr>
          <p:cNvPr id="22" name="Picture 21" descr="cth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error mix, second trend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1 — the month at a glance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Monthly Snapshot: overall error rate with its performance band (3.6%, Champions); simulator runs per analyser; ceramic cleaning per analyser (here one of two failed); the top error code, flagged when it repeats from the previous month; staff flagged this month (four with 3+ errors); recurring staff alerts.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Rate Trend for the first analyser: twelve months against the colour bands, so a drift is visible before it becomes a problem.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Cartridges Run &amp; Error Mix for the same analyser: workload on top, each month’s errors as a percentage split by category (handling, overfilled, underfilled, sample volume and so on), then the trend chart for the second analyser.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3–4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performance and QC checks</a:t>
            </a:r>
          </a:p>
        </p:txBody>
      </p:sp>
      <p:pic>
        <p:nvPicPr>
          <p:cNvPr id="22" name="Picture 21" descr="cth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staff follow-up, every 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3 — performance and QC compliance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mix for the second analyser, then the Performance Summary: cartridges, errors and error rate per analyser with its band, and the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Simulators run per analyser, and the Monthly Ceramic Cleaning check per analyser — FAIL if any analyser is below the three cartridges required.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4 — Staff Requiring Follow-up: this month’s staff with three or more errors, with their error count and personal error rate; a Recurring section appears when someone is flagged in consecutive months.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cartridge errors recorded this month: every event by location and staff member, the code and its likely cause, flagged staff in red — the evidence behind the follow-up list.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 5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5534103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55341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causes and the 12-month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2783" y="1188720"/>
            <a:ext cx="521009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5 — understanding the errors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month’s error codes with their likely cause and count, the top code flagged when it is a repeat.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Top Error Code Analysis: the device message and a plain-English explanation of each leading code — what the operator saw and what to do about it. Here CODE 95 (operator cancelled before mandatory data was entered) leads for the second time.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Trend: the top error type each month for the last twelve, repeats flagged — the difference between a bad month and a habit.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link to the online training resources closes every report.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Summaries for site leads and area managers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site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Site Overview — every ward of a large site on one page</a:t>
            </a:r>
          </a:p>
        </p:txBody>
      </p:sp>
      <p:pic>
        <p:nvPicPr>
          <p:cNvPr id="22" name="Picture 21" descr="area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Area Summary — every hospital in the HHS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picture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Overview: each ward’s analyser with cartridges, errors, error %, performance band, simulator runs and a ceramic pass or fail, plus a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Area Summary: the same figures per hospital across the HHS, an area total, and a table of every analyser that missed simulators or ceramics.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Both are produced automatically with every run, in the same folder as the reports.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Dormant analysers — found, left out, listed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dorman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dormant-analyser list for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188720"/>
            <a:ext cx="7132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four-month rule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 analyser with no cartridges, no simulator runs and no ceramic cleaning for four consecutive months is dormant: it gets no report and no longer counts against its site’s checks.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or two quiet months change nothing. The reports exist to catch wards skipping simulators, so nothing is removed early.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Any use brings the unit straight back the next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Every run writes the list: hospital, location, serial, months idle and last activity. In August 2026, 163 units — mostly old models sitting beside their replacements — a ready-made retirement list.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staff and device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middleware exports and distributed by HHS folder.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wards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Large sites get one report per ward. If a ward name or split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Check the dormant 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Units on it are candidates for retirement, or should be back in service and maintained.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Read the summaries 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 for a site lead, Area Summary for an area manager, then the ward reports that need action.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