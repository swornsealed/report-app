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error section ends here; the last page turns to supplies.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6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6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44416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114441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6: cartridge usage and an ordering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12843" y="1188720"/>
            <a:ext cx="-699963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6 — cartridges used, and how many to order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Cartridge Usage: every cartridge type the site used this month with patient and QC counts, the average and peak month over the last twelve, and a suggested monthly stock (the average plus 15%) as an ordering guide.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Failed cartridges are listed separately: they are consumed too, but the export does not record their type.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Changes show up here first — at Charters Towers cTnI has dropped to zero while hs-TnI rises, so the cTnI order can fall.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