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walks through the complete monthly routine: starting the program, generating i-STAT reports, generating ABL reports, and what to do when something looks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q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658368"/>
            <a:ext cx="2157984" cy="274320"/>
          </a:xfrm>
          <a:prstGeom prst="rect">
            <a:avLst/>
          </a:prstGeom>
        </p:spPr>
      </p:pic>
      <p:pic>
        <p:nvPicPr>
          <p:cNvPr id="4" name="Image 1" descr="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87552"/>
            <a:ext cx="3566160" cy="41788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62088" y="1298448"/>
            <a:ext cx="4123944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177800" dist="50800" dir="5400000">
              <a:srgbClr val="012632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6" name="Image 2" descr="por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77640" cy="279806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562088" y="4279392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drive, one click, every department reported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Report Generator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Radiometer ABL blood-gas reports — an overview for managers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897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Queensland · Point of Care Testing · September 2026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0167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Conceived, designed and built by Craig MacKenzie · Chemistry Department, Townsville Group Laboratory · Pathology Queensland</a:t>
            </a:r>
            <a:endParaRPr lang="en-US" sz="1100" dirty="0"/>
          </a:p>
          <a:p>
            <a:pPr/>
            <a:r>
              <a:rPr sz="1100">
                <a:solidFill>
                  <a:srgbClr val="6CCAD4"/>
                </a:solidFill>
                <a:latin typeface="Calibri"/>
              </a:rPr>
              <a:t>Amendments and oversight by Damian Juskiw · Supervising Scientist, Chemical Pathology, Townsville</a:t>
            </a:r>
          </a:p>
        </p:txBody>
      </p:sp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What one run produces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11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ABL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hospitals in one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6352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department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hospital summaries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1775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5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5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Word documents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7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network connections, 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Filed by hospital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Caboolture\   4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Gympie\   3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Logan\   2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Nambour\   2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Robina\   4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Townsville\   7 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Cairns\   2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Hervey_Bay\   4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Maryborough\   2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RBWH\   10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SCUH\   8 documents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GCUH\   6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Lady_Cilento\   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Mount_Isa\   4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Redland\   4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TPCH\   3 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7492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One report per department, and one Hospital Summary per hospital, in that hospital’s folder. Operators with more than 10 tests and over 10% error are flagged; 10 tests or fewer are noted but not assessed.</a:t>
            </a:r>
          </a:p>
        </p:txBody>
      </p:sp>
      <p:pic>
        <p:nvPicPr>
          <p:cNvPr id="40" name="Picture 39" descr="abl_hosp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606040"/>
            <a:ext cx="2361840" cy="333756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589520" y="5989320"/>
            <a:ext cx="236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 Hospital Summary — Townsville, August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Townsville ED, August 2026 — pages 1–2 of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11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ABL</a:t>
            </a:r>
          </a:p>
        </p:txBody>
      </p:sp>
      <p:pic>
        <p:nvPicPr>
          <p:cNvPr id="20" name="Picture 19" descr="abl_dept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1: department snapshot, first analyser trend</a:t>
            </a:r>
          </a:p>
        </p:txBody>
      </p:sp>
      <p:pic>
        <p:nvPicPr>
          <p:cNvPr id="22" name="Picture 21" descr="abl_dept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2: tests and error mix, first analyser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The department report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One report per hospital department. Page 1 — Monthly Snapshot: department error rate with its band, the analysers covered, the top error code, operators with errors (and how many were too low-volume to assess), operators flagged this month by name, and recurring alerts from the 12-month lookback.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Then the Error Rate Trend for the first analyser against the performance bands.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Page 2 — Tests Run &amp; Error Mix for that analyser: workload on top, each month’s errors as a percentage of tests split by ABL error code, every segment labelled.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Townsville ED, August 2026 — pages 3–4 of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11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ABL</a:t>
            </a:r>
          </a:p>
        </p:txBody>
      </p:sp>
      <p:pic>
        <p:nvPicPr>
          <p:cNvPr id="20" name="Picture 19" descr="abl_dept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3: second analyser trend</a:t>
            </a:r>
          </a:p>
        </p:txBody>
      </p:sp>
      <p:pic>
        <p:nvPicPr>
          <p:cNvPr id="22" name="Picture 21" descr="abl_dept_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4: error mix, analyser performance, operators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Per analyser, then per operator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Pages 3–4 repeat both charts for the second analyser, so each instrument’s twelve months are visible on their own.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Analyzer Performance: total tests, total errors and error % per analyser with its band.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Operator Error Details by Analyzer: every operator on each analyser with tests run, a column per ABL error code (328–791), total errors and error %. Flagged operators — over 10% error with more than 10 tests — are in red; low-volume operators are marked and not assessed.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Townsville ED, August 2026 — page 5 of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11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ABL</a:t>
            </a:r>
          </a:p>
        </p:txBody>
      </p:sp>
      <p:pic>
        <p:nvPicPr>
          <p:cNvPr id="20" name="Picture 19" descr="abl_dept_p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949440" cy="4318409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5507129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5: error type summary and the 12-month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1188720"/>
            <a:ext cx="3794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What the errors were, and who keeps appearing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Error Type Summary: the department’s count of each ABL error code for the month with its share of all errors — the department’s error fingerprint.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Operators Requiring Review: the 12-month lookback — every operator flagged in two or more months, with each month’s error rate and error types. This is the list for a conversation, not a single bad month.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Operator names in the ABL history are encrypted on the drive.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The Hospital Summary, August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11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ABL</a:t>
            </a:r>
          </a:p>
        </p:txBody>
      </p:sp>
      <p:pic>
        <p:nvPicPr>
          <p:cNvPr id="20" name="Picture 19" descr="abl_hosp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One page per hospital, every department and analyser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8201" y="1188720"/>
            <a:ext cx="731467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The whole hospital on one page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Hospital Snapshot: the hospital’s error rate and band, its departments, how many operators are flagged and in which departments, low-volume operators, and any analyser with recent history that did not report this month.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Departments table: analysers, operators, tests, errors, error % and band, flagged and low-volume counts per department, with a whole-hospital total.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Analysers table: every analyser with its tests, errors, error % and band; an analyser that has gone quiet appears in red with its last active month.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Names stay in the department reports; the summary is for the site lead.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How it protects the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Runs from an encrypted USB 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847088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Its own Python runtime, no installation, no admin rights, no changes to the PC. BitLocker To Go encrypts the whole drive.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Offline by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All three servers bind to the local machine only, and a runtime guard blocks and logs any attempt to reach the network. Zero outbound connections, ever.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033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40A"/>
                </a:solidFill>
              </a:rPr>
              <a:t>Named staff data encrypted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33087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The rolling operator and analyser history is AES-encrypted with a password that is never stored. Reports cannot be generated until it is unlocked.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Controlled roll-out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33087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It runs only on PCs approved by the PoC lead, reviewed on the 12-month QIS cycle, with an audit trail of every launch and every report generated.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Full detail for IT: SECURITY_README.md on the drive and the Security Briefing deck.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Getting the reports for your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280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1.  Ask the PoC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84708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Reports are generated centrally each month from the Radiometer operator error export and filed by hospital.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2.  Tell us your 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One report per department. If a department name or an analyser’s home is wrong, it is a one-line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204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3.  Watch the Hospital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8736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Flagged-operator counts per department, and any analyser that has gone quiet, are on its first page.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204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4.  Then the department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8736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Named operators, their error codes and the 12-month review list are in each department’s report.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961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Support: Pathology Queensland Point of Care team · Chemistry Department, Townsville Group Laboratory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2026-09-04T01:56:42Z</dcterms:created>
  <dcterms:modified xsi:type="dcterms:W3CDTF">2026-09-04T01:56:42Z</dcterms:modified>
</cp:coreProperties>
</file>