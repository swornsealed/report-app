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department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Radiometer ABL blood-gas reports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0167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  <a:p>
            <a:pPr/>
            <a:r>
              <a:rPr sz="1000">
                <a:solidFill>
                  <a:srgbClr val="6CCAD4"/>
                </a:solidFill>
                <a:latin typeface="Calibri"/>
              </a:rPr>
              <a:t>Amendments and oversight by Damian Juskiw · Supervising Scientist, Chemical Pathology, Townsville</a:t>
            </a:r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department reports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 summaries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Caboolture\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Gympie\   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Logan\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Nambour\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Robina\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Townsville\   7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Cairns\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Hervey_Bay\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Maryborough\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RBWH\   10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SCUH\   8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GCUH\   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Lady_Cilento\   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Mount_Isa\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Redland\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TPCH\   3 documents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report per department, and one Hospital Summary per hospital, in that hospital’s folder. Operators with more than 10 tests and over 10% error are flagged; 10 tests or fewer are noted but not assessed.</a:t>
            </a:r>
          </a:p>
        </p:txBody>
      </p:sp>
      <p:pic>
        <p:nvPicPr>
          <p:cNvPr id="40" name="Picture 3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606040"/>
            <a:ext cx="2361840" cy="333756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7589520" y="5989320"/>
            <a:ext cx="236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 Hospital Summary — Townsville, August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department snapshot, first analyser trend</a:t>
            </a:r>
          </a:p>
        </p:txBody>
      </p:sp>
      <p:pic>
        <p:nvPicPr>
          <p:cNvPr id="22" name="Picture 21" descr="abl_dept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tests and error mix, first analyser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department report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hospital department. Page 1 — Monthly Snapshot: department error rate with its band, the analysers covered, the top error code, operators with errors (and how many were too low-volume to assess), operators flagged this month by name, and recurring alerts from the 12-month lookback.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Then the Error Rate Trend for the first analyser against the performance bands.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Tests Run &amp; Error Mix for that analyser: workload on top, each month’s errors as a percentage of tests split by ABL error code, every segment labelled.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second analyser trend</a:t>
            </a:r>
          </a:p>
        </p:txBody>
      </p:sp>
      <p:pic>
        <p:nvPicPr>
          <p:cNvPr id="22" name="Picture 21" descr="abl_dept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error mix, analyser performance, operators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Per analyser, then per operator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Pages 3–4 repeat both charts for the second analyser, so each instrument’s twelve months are visible on their own.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Analyzer Performance: total tests, total errors and error % per analyser with its band.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Error Details by Analyzer: every operator on each analyser with tests run, a column per ABL error code (328–791), total errors and error %. Flagged operators — over 10% error with more than 10 tests — are in red; low-volume operators are marked and not assessed.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949440" cy="4318409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5507129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type summary and the 12-month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19" y="1188720"/>
            <a:ext cx="37947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What the errors were, and who keeps appearing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department’s count of each ABL error code for the month with its share of all errors — the department’s error fingerprint.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Operators Requiring Review: the 12-month lookback — every operator flagged in two or more months, with each month’s error rate and error types. This is the list for a conversation, not a single bad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names in the ABL history are encrypted on the drive.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The Hospital Summary, August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page per hospital, every department and analyser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201" y="1188720"/>
            <a:ext cx="731467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hospital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Hospital Snapshot: the hospital’s error rate and band, its departments, how many operators are flagged and in which departments, low-volume operators, and any analyser with recent history that did not report this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Departments table: analysers, operators, tests, errors, error % and band, flagged and low-volume counts per department, with a whole-hospital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Analysers table: every analyser with its tests, errors, error % and band; an analyser that has gone quiet appears in red with its last active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Names stay in the department reports; the summary is for the site lead.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operator and analyser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Radiometer operator error export and filed by hospital.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departments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department. If a department name or an analyser’s home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Watch the Hospital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Flagged-operator counts per department, and any analyser that has gone quiet, are on its first page.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Then the department reports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Named operators, their error codes and the 12-month review list are in each department’s report.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9612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